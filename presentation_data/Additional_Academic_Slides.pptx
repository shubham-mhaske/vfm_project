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CLIP Classification: Confusion Matrix Analysis</a:t>
            </a:r>
          </a:p>
        </p:txBody>
      </p:sp>
      <p:pic>
        <p:nvPicPr>
          <p:cNvPr id="3" name="Picture 2" descr="clip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570683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2C3E50"/>
                </a:solidFill>
              </a:defRPr>
            </a:pPr>
            <a:r>
              <a:t>Key Findings: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✓ Tumor: 82% recall (best)</a:t>
            </a:r>
          </a:p>
          <a:p>
            <a:pPr>
              <a:defRPr sz="1400">
                <a:solidFill>
                  <a:srgbClr val="006400"/>
                </a:solidFill>
              </a:defRPr>
            </a:pPr>
            <a:r>
              <a:t>✓ Blood Vessel: 100% recall</a:t>
            </a:r>
          </a:p>
          <a:p>
            <a:pPr>
              <a:defRPr sz="1400">
                <a:solidFill>
                  <a:srgbClr val="C80000"/>
                </a:solidFill>
              </a:defRPr>
            </a:pPr>
            <a:r>
              <a:t>✗ Lymphocyte: 0% recall</a:t>
            </a:r>
          </a:p>
          <a:p>
            <a:pPr>
              <a:defRPr sz="1400">
                <a:solidFill>
                  <a:srgbClr val="C80000"/>
                </a:solidFill>
              </a:defRPr>
            </a:pPr>
            <a:r>
              <a:t>✗ Necrosis: 0% recall</a:t>
            </a:r>
          </a:p>
          <a:p>
            <a:pPr>
              <a:defRPr sz="1400">
                <a:solidFill>
                  <a:srgbClr val="C86400"/>
                </a:solidFill>
              </a:defRPr>
            </a:pPr>
            <a:r>
              <a:t>→ Heavy bias toward vessel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Why?</a:t>
            </a:r>
          </a:p>
          <a:p>
            <a:pPr>
              <a:defRPr sz="1400"/>
            </a:pPr>
            <a:r>
              <a:t>• Vessel has distinctive shape</a:t>
            </a:r>
          </a:p>
          <a:p>
            <a:pPr>
              <a:defRPr sz="1400"/>
            </a:pPr>
            <a:r>
              <a:t>• Lymph/Necrosis textures are subtle</a:t>
            </a:r>
          </a:p>
          <a:p>
            <a:pPr>
              <a:defRPr sz="1400"/>
            </a:pPr>
            <a:r>
              <a:t>• CLIP prefers structural cues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Prompt Engineering: The Key to CLIP Performance</a:t>
            </a:r>
          </a:p>
        </p:txBody>
      </p:sp>
      <p:pic>
        <p:nvPicPr>
          <p:cNvPr id="3" name="Picture 2" descr="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6986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Fine-tuning Attempts: Systematic Failure Analysis</a:t>
            </a:r>
          </a:p>
        </p:txBody>
      </p:sp>
      <p:pic>
        <p:nvPicPr>
          <p:cNvPr id="3" name="Picture 2" descr="failed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63511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